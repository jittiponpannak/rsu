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10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07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54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95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5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8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88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23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8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9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22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21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54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72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26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73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6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872C08D-4983-48D2-A47D-DACF5D5B1A8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2B0A20-8BEF-427C-AA76-B17079F81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1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0AB4A-3E92-9654-D4CE-56FFF04719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h-TH" dirty="0"/>
              <a:t>การพัฒนาแอปพลิเคชันสำหรับการสนทนาไร้เครือข่ายด้วยเทคโนโลยี </a:t>
            </a:r>
            <a:r>
              <a:rPr lang="en-US" dirty="0"/>
              <a:t>NFC </a:t>
            </a:r>
            <a:r>
              <a:rPr lang="th-TH" dirty="0"/>
              <a:t>เพื่อความปลอดภัยของข้อมูล: กรณีการสื่อสารในพื้นที่จำกัด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FCD52-2AAB-7FEF-DC08-80A1D67BB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h-TH" dirty="0"/>
              <a:t>นาย จิตติภณ</a:t>
            </a:r>
            <a:r>
              <a:rPr lang="en-US" dirty="0"/>
              <a:t> </a:t>
            </a:r>
            <a:r>
              <a:rPr lang="th-TH" dirty="0"/>
              <a:t>พานนาค</a:t>
            </a:r>
            <a:r>
              <a:rPr lang="en-US" dirty="0"/>
              <a:t>	</a:t>
            </a:r>
            <a:r>
              <a:rPr lang="th-TH" dirty="0"/>
              <a:t>รหัสนักศึกษา 6606405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77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8E09-A8A1-1D2F-B6C1-A8F328CE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B0983-F866-16BE-5A77-7B3C3C992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8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84A996B-55DD-3016-3358-2E1DC9668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797" y="1973165"/>
            <a:ext cx="1006380" cy="118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2375075-9487-41E9-1496-BB479E964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8253" y="1973165"/>
            <a:ext cx="938093" cy="115244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7C9EFEB-AE51-B96F-208F-560E51E995C4}"/>
              </a:ext>
            </a:extLst>
          </p:cNvPr>
          <p:cNvSpPr txBox="1"/>
          <p:nvPr/>
        </p:nvSpPr>
        <p:spPr>
          <a:xfrm>
            <a:off x="4835078" y="677101"/>
            <a:ext cx="25218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NFC HCE</a:t>
            </a:r>
          </a:p>
        </p:txBody>
      </p:sp>
      <p:sp>
        <p:nvSpPr>
          <p:cNvPr id="22" name="Flowchart: Summing Junction 21">
            <a:extLst>
              <a:ext uri="{FF2B5EF4-FFF2-40B4-BE49-F238E27FC236}">
                <a16:creationId xmlns:a16="http://schemas.microsoft.com/office/drawing/2014/main" id="{D85ECCA5-9F3A-CC09-7A23-8CC8149894CC}"/>
              </a:ext>
            </a:extLst>
          </p:cNvPr>
          <p:cNvSpPr/>
          <p:nvPr/>
        </p:nvSpPr>
        <p:spPr>
          <a:xfrm>
            <a:off x="8599046" y="1816663"/>
            <a:ext cx="1496505" cy="1496505"/>
          </a:xfrm>
          <a:prstGeom prst="flowChartSummingJunction">
            <a:avLst/>
          </a:prstGeom>
          <a:noFill/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1A3DA9-9517-EF0D-2884-51F190223AC6}"/>
              </a:ext>
            </a:extLst>
          </p:cNvPr>
          <p:cNvSpPr txBox="1"/>
          <p:nvPr/>
        </p:nvSpPr>
        <p:spPr>
          <a:xfrm>
            <a:off x="9984233" y="1788499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*Only Inside  EEA</a:t>
            </a:r>
          </a:p>
        </p:txBody>
      </p:sp>
    </p:spTree>
    <p:extLst>
      <p:ext uri="{BB962C8B-B14F-4D97-AF65-F5344CB8AC3E}">
        <p14:creationId xmlns:p14="http://schemas.microsoft.com/office/powerpoint/2010/main" val="167884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 pictures: Apple CEO Tim Cook | CNN">
            <a:extLst>
              <a:ext uri="{FF2B5EF4-FFF2-40B4-BE49-F238E27FC236}">
                <a16:creationId xmlns:a16="http://schemas.microsoft.com/office/drawing/2014/main" id="{B921BDC9-6A83-B1F7-E78F-D1B4727D0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8" t="-1" r="8848" b="17061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84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5293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547</TotalTime>
  <Words>41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Corbel</vt:lpstr>
      <vt:lpstr>Parallax</vt:lpstr>
      <vt:lpstr>การพัฒนาแอปพลิเคชันสำหรับการสนทนาไร้เครือข่ายด้วยเทคโนโลยี NFC เพื่อความปลอดภัยของข้อมูล: กรณีการสื่อสารในพื้นที่จำกัด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Jittipon P</dc:creator>
  <cp:lastModifiedBy>Jittipon P</cp:lastModifiedBy>
  <cp:revision>6</cp:revision>
  <dcterms:created xsi:type="dcterms:W3CDTF">2025-10-19T08:30:31Z</dcterms:created>
  <dcterms:modified xsi:type="dcterms:W3CDTF">2025-11-18T13:32:07Z</dcterms:modified>
</cp:coreProperties>
</file>